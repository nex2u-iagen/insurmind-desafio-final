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h6e364fac2c71749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h6e364fac2c71749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6e364fac2c71749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6e364fac2c71749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h6e364fac2c71749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h6e364fac2c71749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6e364fac2c71749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h6e364fac2c71749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6e364fac2c71749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h6e364fac2c71749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6e364fac2c71749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h6e364fac2c71749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9020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1" y="0"/>
            <a:ext cx="913131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1" y="0"/>
            <a:ext cx="913131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1" y="0"/>
            <a:ext cx="913131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1" y="0"/>
            <a:ext cx="913131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1" y="0"/>
            <a:ext cx="913131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 rotWithShape="1">
          <a:blip r:embed="rId3">
            <a:alphaModFix/>
          </a:blip>
          <a:srcRect b="0" l="456" r="456" t="0"/>
          <a:stretch/>
        </p:blipFill>
        <p:spPr>
          <a:xfrm>
            <a:off x="6341" y="0"/>
            <a:ext cx="913131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